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E6F5"/>
                </a:solidFill>
                <a:latin typeface="Calibri"/>
              </a:rPr>
              <a:t>Architecture Design · Solution Context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Dynatrace → PagerDuty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E6F5"/>
                </a:solidFill>
                <a:latin typeface="Calibri"/>
              </a:rPr>
              <a:t>Four AI Agents — Design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SRE · Scribe · Shift · Insights  |  ARB-style AS-IS / TO-BE / Impact / HLD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303520" cy="182880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Purpose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Same diagram style as Splunk→Dynatrace
Solution Context slides — for design review
and POC architecture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657600"/>
            <a:ext cx="5303520" cy="182880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Contents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1 Title
2 AS-IS Solution Context
3 TO-BE Solution Context
4 Impacted Platforms
5 Alignment (Ops / IR)
6 Technical HLD
7 Agent hub detail
8 Design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Diagram — AS-IS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detects problems and notifies PagerDuty; escalation pages on-call.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Triage, bridge notes, coverage, and analytics are still mostly manual human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13716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AS-IS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2377440" cy="11430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Davis Problem
metrics / logs / traces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286000"/>
            <a:ext cx="2468880" cy="11430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Incident created
Escalation Policy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651760" cy="13258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Human on-call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Ack · dig docs · type notes
Ask coverage · export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194560"/>
            <a:ext cx="2560320" cy="1325880"/>
          </a:xfrm>
          <a:prstGeom prst="roundRect">
            <a:avLst/>
          </a:prstGeom>
          <a:solidFill>
            <a:srgbClr val="FAE5D3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C0392B"/>
                </a:solidFill>
                <a:latin typeface="Calibri"/>
              </a:rPr>
              <a:t>Pain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Slow first 10 min
Lost bridge decisions
Coverage gaps
Manual trends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048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Apps / Infra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Checkout · hosts · DB
(monitored by Dynatrace)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84048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Chat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Slack cards only
No AI agents yet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8404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Schedule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Level-1 on-call
Manual OOO overrides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84048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Analytics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Analytics UI
Manual pull for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212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AS-IS gap: Detect (Dynatrace) and Page (PagerDuty) exist. The assist layer between page and resolve is human-only.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Dynatrace → PagerDuty Four AI Agents ·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Diagram —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PagerDuty Advance Four AI Agents assist beside the human after Dynatrace creates the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Optional Event Orchestration cuts noise before agents run. Humans still confirm remediations.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1371600" cy="411480"/>
          </a:xfrm>
          <a:prstGeom prst="round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TO-BE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40280"/>
            <a:ext cx="2194560" cy="100584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Problem + problem URL
in PD payload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383280"/>
            <a:ext cx="2194560" cy="9144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Optional EO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Route / pause / group
(noise reduction)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48056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Ops (HQ)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PD web
OneAccount-style access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0320" y="265176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560320" y="370332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560320" y="48006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08960" y="2468880"/>
            <a:ext cx="301752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PagerDuty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Incident hub</a:t>
            </a:r>
          </a:p>
          <a:p>
            <a:r>
              <a:rPr sz="1300" b="1">
                <a:solidFill>
                  <a:srgbClr val="0B2C5C"/>
                </a:solidFill>
                <a:latin typeface="Calibri"/>
              </a:rPr>
              <a:t>
Advance AI Agents</a:t>
            </a:r>
          </a:p>
          <a:p>
            <a:r>
              <a:rPr sz="1200" b="1">
                <a:solidFill>
                  <a:srgbClr val="0E7C7B"/>
                </a:solidFill>
                <a:latin typeface="Calibri"/>
              </a:rPr>
              <a:t>SRE · Scribe
Shift · Insights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347472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219456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Triage + runbook
4 Actions / 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19456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Meeting transcript
~6/30m + 2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29184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Coverage / override
0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29184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Insights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MTTR Q&amp;A
0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480560"/>
            <a:ext cx="5120640" cy="105156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Human decides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Confirm remediations · Own blast radius · Resolve → SRE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Dynatrace → PagerDuty Four AI Agents ·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Impacted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Four AI Agents consolidate assist work on the incident path and speed troubleshooting after Dynatrace pages.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C5C"/>
                </a:solidFill>
                <a:latin typeface="Calibri"/>
              </a:rPr>
              <a:t>Legend (ARB-style)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2560320" cy="6400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Green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Reuse existing
Dynatrace / PD /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11680"/>
            <a:ext cx="2560320" cy="6400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Orange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Modify / enable
Advance +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011680"/>
            <a:ext cx="2743200" cy="640080"/>
          </a:xfrm>
          <a:prstGeom prst="roundRect">
            <a:avLst/>
          </a:prstGeom>
          <a:solidFill>
            <a:srgbClr val="D6E6F5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Blue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Primary design
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011680"/>
            <a:ext cx="2926080" cy="640080"/>
          </a:xfrm>
          <a:prstGeom prst="roundRect">
            <a:avLst/>
          </a:prstGeom>
          <a:solidFill>
            <a:srgbClr val="F2F4F7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555555"/>
                </a:solidFill>
                <a:latin typeface="Calibri"/>
              </a:rPr>
              <a:t>Gray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Out of scope
app business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26080"/>
            <a:ext cx="2743200" cy="123444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Reuse — detect ingress
Keep problem URL in event
Test key for POC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926080"/>
            <a:ext cx="2743200" cy="123444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PagerDuty Core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Modify — test Service/EP
Level-1 test schedule
Integration key hygiene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2743200" cy="1234440"/>
          </a:xfrm>
          <a:prstGeom prst="roundRect">
            <a:avLst/>
          </a:prstGeom>
          <a:solidFill>
            <a:srgbClr val="D6E6F5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 Advance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Primary — enable agents
AI Actions budget
Team Advance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926080"/>
            <a:ext cx="2651760" cy="123444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Teams / Slack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Modify — bot + linkUser
Graph consent (Teams)
Standard channel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43400"/>
            <a:ext cx="274320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IT / IT Platform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Highlighted impact
IR tooling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343400"/>
            <a:ext cx="274320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Cloud / SaaS Ops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Monitoring-Alerting layer
Dynatrace + PD SaaS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43400"/>
            <a:ext cx="2743200" cy="10972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Calendar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Ext.
for Shift conflicts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343400"/>
            <a:ext cx="265176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555555"/>
                </a:solidFill>
                <a:latin typeface="Calibri"/>
              </a:rPr>
              <a:t>Business Apps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No code rewrite
for product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Dynatrace → PagerDuty Four AI Agents ·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Alignment with Ops / IR Reference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Using Dynatrace (detect) + PagerDuty Advance agents (assist) on the incident response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Reference stack (design 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103120"/>
            <a:ext cx="9418320" cy="6858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Channel / Users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On-call · Commander ·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880360"/>
            <a:ext cx="9418320" cy="6858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UI /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Microsoft Teams · Slack · PD web · Ops Console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657600"/>
            <a:ext cx="941832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Assist (NEW)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SRE · Scribe · Shift · Insights  (PagerDuty Advance)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434840"/>
            <a:ext cx="9418320" cy="6858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 / Incident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PagerDuty Service · Escalation · Schedule · Incident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212080"/>
            <a:ext cx="9418320" cy="68580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Detect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Dynatrace Problems · optional Event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D-PRA analogy: Partner/SaaS + Ops Monitoring-Alerting layer — agents sit in Assist, not in app API product layer.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Dynatrace → PagerDuty Four AI Agents ·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Technical Infrastructure — HLD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sends problems to PagerDuty; Advance agents attach to the incident and chat/meeting surfaces.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Teams path needs Graph message-read for Advance; Shift full DMs prefer Slack.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Responder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Slack
linkUser · graphAuth*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38328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Admin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AI Settings
MS Graph consent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754880"/>
            <a:ext cx="2286000" cy="100584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Calendar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Ext.
(Shift)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25146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651760" y="3886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2011680"/>
            <a:ext cx="2926080" cy="182880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Service · Incident
Advance Agents
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023360"/>
            <a:ext cx="2926080" cy="13716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Optional EO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Event Orchestration
Alert Grouping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6364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0" y="2011680"/>
            <a:ext cx="2468880" cy="137160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Problem / Davis
Notify → PD key
problem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56616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Apps / Infra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Checkout · hosts
DB · JVM (monitored)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011680"/>
            <a:ext cx="246888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Teams meeting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Scribe join
transcript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246120"/>
            <a:ext cx="246888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Teams / Slack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@pagerduty asks
SRE ·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480560"/>
            <a:ext cx="246888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web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SRE Agent tab
Schedules override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* graphAuth only if tenant is Delegated-heavy. Prefer Application ChatMessage.Read.All for Advance.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Dynatrace → PagerDuty Four AI Agents ·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Agent Hub Detail — Four Agents on One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One Dynatrace-fed incident can use multiple agents; pick by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00400" cy="146304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Incident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from Dynatrace Problem
+ custom_details / problem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3474720" cy="17373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Summarize · runbook · past incidents
Next steps · human confirm
Cost: 4 Actions / ask
Teams EA + PD web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03120"/>
            <a:ext cx="3657600" cy="17373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Join Teams/Zoom/Meet
Transcript + wrap-up → PIR
Cost: ~6/30m + 2
Human join ≤15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14800"/>
            <a:ext cx="3474720" cy="17373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Level-1 OOO conflict
Slack DM coverage OR
Path B: Calendar + web override
Cost: 0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114800"/>
            <a:ext cx="3657600" cy="17373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Insights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MTTR / MTTA / volume Q&amp;A
Sanity-check Analytics UI
Weekly tips: Slack-first
Cost: 0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114800"/>
            <a:ext cx="32004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Human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Owns blast radius
Approve remediations
Resolve → SRE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Dynatrace → PagerDuty Four AI Agents ·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Design Checklist — Before / During 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Detect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Dynatrace → PD test Integration Key only; problem URL in payload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Noise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Event Orchestration / grouping if alert storms exist (see seq 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6596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Advance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AI Settings → Teams/Slack Connected → SRE/Scribe/Insights(+Shift) Enabled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46888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Identity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Each POC user: linkUser; graphAuth if Delegated-heavy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97180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Safe target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poc-pd-ai-agents-test Service; EP pages only you; poc-shift-agent Level-1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7472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Runbook ≤100 KB; confirm remediations; Resolve to save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97764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Meeting ≤10 min POC; warn attendees; lobby admit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48056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Shift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Teams-only → Path B web+Calendar; do not claim Slack DM worked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98348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Insights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Ask in Teams; document weekly DM Slack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48640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Board pack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Pair this diagram PPT with seq 14 architecture md + seq 13 narrative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Dynatrace → PagerDuty Four AI Agents ·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37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