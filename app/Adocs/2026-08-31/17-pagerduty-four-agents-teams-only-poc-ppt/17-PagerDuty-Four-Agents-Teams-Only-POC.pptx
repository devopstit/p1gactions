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E6F5"/>
                </a:solidFill>
                <a:latin typeface="Calibri"/>
              </a:rPr>
              <a:t>Detailed runbook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PagerDuty Four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E6F5"/>
                </a:solidFill>
                <a:latin typeface="Calibri"/>
              </a:rPr>
              <a:t>Teams-Only POC (no Slack)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Source: Daily Files 2026-08-25 / 11-pagerduty-four-agents-teams-only-poc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474720" cy="173736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Full Teams POC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Insights conversational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931920"/>
            <a:ext cx="3474720" cy="173736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Partial / alternate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Path B: PD web + Calendar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(Slack DMs not available)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931920"/>
            <a:ext cx="3657600" cy="173736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Safe demo rule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Service only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Escalation pages only you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Never prod on-call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ordered Teams-only runbook for all four named Advance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shared enablement once, then prove SRE → Scribe → Shift (alt) → Insights.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828800"/>
          <a:ext cx="1142999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749807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Decision tree + gate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Which agent; Advance + Admins required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Shared enablement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app, Graph, Advance,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§1 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/ runbook / next steps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§2 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transcript +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§3 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Honest gap; Path A /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§4 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MTTR Q&amp;A in Teams; weekly DM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Cheat sheet +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Cost, surfaces, afternoon plan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Decision Tree — Which Agent to Prove?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by the job you need. Shift and Insights weekly DMs have Teams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81328"/>
            <a:ext cx="557784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Active triage / RCA / runbook?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1) SRE Agent (Teams Early Access)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81328"/>
            <a:ext cx="566928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Bridge notes / PIR draft?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2) Scribe Agent (Teams meeting + chat)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670048"/>
            <a:ext cx="557784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On-call OOO / coverage?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3) 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Slack DMs needed for full path?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YES → Path B (web + Calendar)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Best-effort → Path A (Advance 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70048"/>
            <a:ext cx="566928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Ops health / MTTR / trends?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4) Insights Agent (Teams chat)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Weekly proactive maturity DMs?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Slack-only today → document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224528"/>
            <a:ext cx="114757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Always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service + Level-1 TEST schedule — never prod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Shared Gate — Do Once Before Any POC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Without Advance + both Admins, stop. Then run §0, then POC 1→2→3→4.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36576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Have PagerDuty Advance?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Sales / trial first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Admin + MS Admin?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stop; need both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(Graph + AI Settings)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§0 Shared enablement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56616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Then run in order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1 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2 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3 Shift (alt)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 demo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Dedicated test Service (example: poc-pd-ai-agents-test)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Escalation on that service must notify only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Never attach a production primary schedule for Shift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Short Takeaway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point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What this deck is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Ordered Teams-only runbook for all four named AI agents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Builds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2026-08-25 seq 9 (agents) + seq 10 (Teams permissions)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Teams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conversational chat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Partial / alternate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Shift — Slack-first; use Path B or Path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Slack-first; Teams covers on-demand Q&amp;A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Who spends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 and Scribe consume; Shift and Insights usually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Safe demo rule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Test Service + escalation that pages only you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Shared Teams Enablement —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this once. Reuse for all four POCs. Graph scope detail lives in seq 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73736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you care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Paid AI platform + AI Actions budget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Without it, agent toggles do nothing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Admin /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Can open AI Settings and authorize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Turns agents and chat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Microsoft / Teams Admin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Consent Graph; allow third-party apps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Bot cannot read chats or create meetings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standard Teams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private or 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app does not support private/shared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e.g. poc-pd-ai-agents-test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Fake incidents stay off prod rotations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Linked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Each POC person runs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Actions and auto-add need identity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(1–5)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Admins wire Teams app, Graph consent, and the test Service mapping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1. Teams 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Allow PagerDuty (or PagerDuty EU) third-party app so users can install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2. Install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 Teams: install PagerDuty → Add to a team → pick your one POC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3. PD Authorize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Complete the PagerDuty Authorize flow for that team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4. Graph consent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accepts Application and/or Delegated scopes (or bot appconnect). Prefer ChatMessage.Read.All (+/or ChatMessage.Read). Prefer User.ReadBasic.All over User.Read.All.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5. Map service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Connect channel ↔ Service poc-pd-ai-agents-test. Escalation must notify only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(6–10)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Turn Advance chat on, enable agents, link each user, optionally unblock Scribe lobby.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6. Advance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→ AI → AI Settings → Assistant and AI Agents → Chat Integrations → Teams Connected → toggle Teams On /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7. Enable agents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Under AI Agents: SRE, Scribe, Insights = Enabled. Enable Shift only if you want Path A; full Shift DMs need Slack.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8. Scope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Optional but smart: limit Advance access to one PD team that owns the test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9. linkUser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Teams chat with PagerDuty bot → @PagerDuty linkUser. If Delegated-heavy, also run graphAuth.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10. Scribe lobby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may set New-CsApplicationAccessPolicy (US AppId 05ffe668-… or EU 8f79a561-…) and allow Scribe past lobby.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Success Criteria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Success (pass if)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56692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App present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PagerDuty bot responds in the POC team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UPDATE AVAILABLE blocking Advance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Teams 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Settings shows Teams Connected / Enabled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Agents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show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Your PD user is linked (linkUser done)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maps to POC channel; only you get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Safety rules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23444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 team, one channel, one 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Limits blast radius and Graph surface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Standard channel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Private/shared channels unsupported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Prevents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Least privilege for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5029200"/>
            <a:ext cx="1152144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AI Actions for §0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0 for enablement itself. Spend starts when you ask SRE or run Scribe.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POC — Goal and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SRE summarizes a TEST incident in Teams, uses a small runbook, and suggests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approval required before any remediation. Teams SRE is Early Access.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2880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complete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Advance Teams Enabled; SRE Enabled; linkUser done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your account has SRE Agent in MS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poc-pd-ai-agents-test mapped to the POC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.md or .txt under 100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connectors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Grafana, Datadog, New Relic, CloudWatch, Confluence, GitHub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Incident SRE Agent tab in PD web; Ops Console needs AIOps + Advance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Click / Say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Optional: AI Settings → SRE Agent → add ONE connector you use (Dynatrace creates incidents; usually not the main SRE connector list).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Prepare runbook poc-checkout-latency.md with 5–10 clear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465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Create a low-risk test incident on poc-pd-ai-agents-test (UI Create incident). No prod routing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854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Open the mapped Teams channel. Confirm the incident card appears.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243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Type: @pagerduty What are some likely root causes?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Upload / update runbook when offered (or use PD web Incident → SRE Agent tab).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021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Ask: @pagerduty Analyze past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41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Ask: @pagerduty What steps should I take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9. If remediation suggested: read it, then approve or decline. Do not auto-run against 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18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10. Optional: PD web / Ops Console SRE Agent tab.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57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11. Resolve the test incident so service memory can save learnings.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posts a grounded summary in Teams (or web tab)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 later answer references your uploaded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Human control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remediation ran without an explicit confirm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After resolve, a later ask on the same service feels more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046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before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suggests; humans own blast radius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Fact-check log/change claims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AI can be wrong; verify in monitoring / deploy tools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custom details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Only first ~2,000 characters of custom details are analyzed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customer PII in the question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channel members can see replies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AI Actions per chat ask or nudge click (also via Incident Workflow / Escalation virtual responder).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POC — Teams Meeting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Scribe joins a short Teams meeting on a test incident, streams transcript, posts wrap-up.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Keep POC meeting under ~10 minutes. Human must join within 15 minutes for auto-join.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1. Confirm Scribe Agent Enabled (US often needs manual toggle; EU may default 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2. Optional: Incident Workflow step Add Scribe Agent on the test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054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3. Create test incident on poc-pd-ai-agents-test.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8950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4. Create/open a short Teams meeting. Copy join URL (include passcode if required).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735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5. Paste conference URL onto the incident conference / meeting field in PagerDuty.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57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6. Open linked Teams incident channel or chat.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7. Wait for auto-join OR type: @PagerDuty advance scribe → Add Scribe Agent to meeting → confirm URL.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42569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8. Join yourself within 15 minutes. Admit Scribe if in lobby.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974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9. Speak 2–3 clear sentences: symptom, suspected cause,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19379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10. End meeting. Confirm transcript activity and post-meeting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11. Optional: ask Advance for Post-Incident Review draft. Resolve test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Join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appears in the Teams meeting (or joins per product rules)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Transcript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chat or internal capture shows spoken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Wrap-up lists decisions, actions, attendees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PIR helper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Later PIR / status draft can reuse bridge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8638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incident + short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recording a real customer bridge by accident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Warn attendees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People should know the call is transcribed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Scribe per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Product limit; do not double-add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concurrent meetings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 to 10 concurrent Scribe meetings account-wide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Keep POC under ~10 minutes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Limits AI Actions spend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~6 per 30 minutes of bridge + ~2 when the final summary posts.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Agent — Honest Teams-Only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not claim full Request coverage → teammate accepts in Teams DM. That path is Slack-first.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73736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Slack-first product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Docs/pricing describe Shift with Slack; conflict and coverage notifications wire to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Teams-only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coverage accept automation in Teams DMs is not expected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give a step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Use Path A (best-effort) or Path B (recommended: web + Calendar)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3931920"/>
            <a:ext cx="557784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Path A — best-effort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Advance in Teams about OOO conflict.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Manual override in PD web.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Mark result: partial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66928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Path B — recommended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Document Slack DM POC deferred.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Extension + OOO block.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schedule override +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B — Recommended Steps (Teams-Only)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OOO vs on-call conflict handling with Calendar + web override. Defer full Slack DMs.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1. Document: Full Shift Agent Slack DM POC deferred — Teams-only org.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2. Create test schedule poc-shift-agent with you primary on a known near-term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3. Attach it to Level 1 of a test escalation policy (not prod).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4. Admin enables Google Calendar Extension; you authorize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5. Create an OOO block that overlaps the on-call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6. In PagerDuty web, open the schedule and confirm conflict / overlap is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7. Create a schedule override for the coverage person for that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8. Confirm the override appears in schedule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9. Optional later: when Slack exists, re-run full Request coverage → accept DM POC.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A + Success / Safety /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Path A (best-effort)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Shift toggle; Level-1 test schedule; Calendar Extension recommended.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Block OOO overlapping your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7393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Ask in Teams: I am on vacation &lt;date&gt;. Do I have a conflict?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6654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If Request coverage appears, teammate accept may still need Slack.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Always close with a manual schedule override in PD web.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01752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8755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Conflict language visible in chat OR documented miss; override written manually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OOO vs on-call handled with Calendar + web override; Slack path explicitly 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overrides written to a production primary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846320"/>
            <a:ext cx="11521440" cy="12801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Safety + cost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schedule / test EP only. Tell the candidate it is a POC. Level-1 only by design. Do not claim Teams DM coverage worked.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Actions = 0 for Shift and for manual web overrides.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Agent — Conversational in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Insights answers MTTR / MTTA / volume questions inside Microsoft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Weekly proactive maturity DMs remain Slack-first — document that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Confirm Insights Agent Enabled.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Pick one Team/Service you own with real history (sanity-checkable).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Open POC Teams channel (or Advance chat).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Ask: @pagerduty How many high urgency incidents were there last week on &lt;ServiceOrTeam&gt;?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661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Ask: @pagerduty How has the average time to resolve changed over the past 6 complete months for &lt;Team&gt;?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23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Ask: @pagerduty Was MTTA faster this month than last month for &lt;Service&gt;?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80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Compare each answer to Analytics in the PagerDuty web 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937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Optional: Rate AI Response. Document weekly DM Slack gap. Apply any config tips on TEST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Success + Cost / Surface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869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Chat answer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Number or trend tied to your Team/Service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Sanity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Roughly matches Analytics UI for the same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Visibility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Channel members can see the @pagerduty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DM gap documented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Notes state weekly proactive DMs are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38328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219456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 demo surface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Honest note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ask; optional PD web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 per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Early Access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URL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~6/30m + ~2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Strongest Teams-only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 ask; Path B web + Calendar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Full coverage DMs need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analytics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Weekly maturity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Afternoon Plan + Data Flow +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68680"/>
          <a:ext cx="6400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Shared Teams enablement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30–60 min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 Agent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Agent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 (meeting 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 Path B (or Path 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868680"/>
            <a:ext cx="4937760" cy="27432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Data flow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§0 Graph + Authorize + linkUser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1 SRE triage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2 Scribe on Teams meeting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3 Shift Path B (web/Calendar)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4 Insights Q&amp;A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Weekly DMs = Slack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Type in Teams (not 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linkUser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graphAuth   (if Delegated-heavy)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What are some likely root causes?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advance 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406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How has the average time to resolve changed over the past 6 complete months for &lt;Team&gt;?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PagerDuty Four Agents — Teams-Only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