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6E6F5"/>
                </a:solidFill>
                <a:latin typeface="Calibri"/>
              </a:rPr>
              <a:t>Architecture Design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Dynatrace to PagerDuty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6E6F5"/>
                </a:solidFill>
                <a:latin typeface="Calibri"/>
              </a:rPr>
              <a:t>Four AI Agents — Design Diagrams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SRE  |  Scribe  |  Shift  | 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5303520" cy="1645920"/>
          </a:xfrm>
          <a:prstGeom prst="roundRect">
            <a:avLst/>
          </a:prstGeom>
          <a:solidFill>
            <a:srgbClr val="123A6B"/>
          </a:solidFill>
          <a:ln>
            <a:solidFill>
              <a:srgbClr val="D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Purpose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Design-review diagrams for the assist layer
on Dynatrace-fed PagerDuty incidents.
Clean deck — no board-template branding.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931920"/>
            <a:ext cx="5303520" cy="1645920"/>
          </a:xfrm>
          <a:prstGeom prst="roundRect">
            <a:avLst/>
          </a:prstGeom>
          <a:solidFill>
            <a:srgbClr val="123A6B"/>
          </a:solidFill>
          <a:ln>
            <a:solidFill>
              <a:srgbClr val="D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Contents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1 Title
2 AS-IS Solution Context
3 TO-BE Solution Context
4 Technical HLD
5 Agent Hub Detail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Solution Context Diagram — AS-IS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704088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Dynatrace detects problems and notifies PagerDuty; escalation pages on-call.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Triage, bridge notes, coverage, and analytics are still mostly manual human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691640"/>
            <a:ext cx="137160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AS-IS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86000"/>
            <a:ext cx="2377440" cy="114300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Dynatrace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Davis Problem
metrics / logs / traces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34640" y="27432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2286000"/>
            <a:ext cx="2468880" cy="11430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PagerDuty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Incident created
Escalation Policy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97880" y="27432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194560"/>
            <a:ext cx="2651760" cy="132588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Human on-call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Ack · dig docs · type notes
Ask coverage · export 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194560"/>
            <a:ext cx="2560320" cy="1325880"/>
          </a:xfrm>
          <a:prstGeom prst="roundRect">
            <a:avLst/>
          </a:prstGeom>
          <a:solidFill>
            <a:srgbClr val="FAE5D3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C0392B"/>
                </a:solidFill>
                <a:latin typeface="Calibri"/>
              </a:rPr>
              <a:t>Pain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Slow first 10 min
Lost bridge decisions
Coverage gaps
Manual trends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840480"/>
            <a:ext cx="2377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Apps / Infra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Checkout · hosts · DB
(monitored by Dynatrace)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840480"/>
            <a:ext cx="2560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Chat (optional)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Teams / Slack cards only
No AI agents yet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384048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Schedule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Level-1 on-call
Manual OOO overrides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84048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Analytics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PD Analytics UI
Manual pull for 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212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C5C"/>
                </a:solidFill>
                <a:latin typeface="Calibri"/>
              </a:rPr>
              <a:t>AS-IS gap: Detect (Dynatrace) and Page (PagerDuty) exist. The assist layer between page and resolve is human-only.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Solution Context Diagram — TO-BE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704088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PagerDuty Advance Four AI Agents assist beside the human after Dynatrace creates the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Optional Event Orchestration cuts noise before agents run. Humans still confirm remediations.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691640"/>
            <a:ext cx="1371600" cy="411480"/>
          </a:xfrm>
          <a:prstGeom prst="round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TO-BE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240280"/>
            <a:ext cx="2194560" cy="100584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Dynatrace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Problem + problem URL
in PD payload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383280"/>
            <a:ext cx="2194560" cy="91440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Optional EO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Route / pause / group
(noise reduction)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48056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Ops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Teams / PD web
SSO access as configured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60320" y="265176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2560320" y="370332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2560320" y="48006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08960" y="2468880"/>
            <a:ext cx="301752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PagerDuty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Incident hub</a:t>
            </a:r>
          </a:p>
          <a:p>
            <a:r>
              <a:rPr sz="1300" b="1">
                <a:solidFill>
                  <a:srgbClr val="0B2C5C"/>
                </a:solidFill>
                <a:latin typeface="Calibri"/>
              </a:rPr>
              <a:t>
Advance AI Agents</a:t>
            </a:r>
          </a:p>
          <a:p>
            <a:r>
              <a:rPr sz="1200" b="1">
                <a:solidFill>
                  <a:srgbClr val="0E7C7B"/>
                </a:solidFill>
                <a:latin typeface="Calibri"/>
              </a:rPr>
              <a:t>SRE · Scribe
Shift · Insights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63640" y="347472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6560" y="2194560"/>
            <a:ext cx="2468880" cy="960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SRE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Triage + runbook
4 Actions / 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194560"/>
            <a:ext cx="2468880" cy="960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Scribe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Meeting transcript
~6/30m + 2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3291840"/>
            <a:ext cx="2468880" cy="960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Shift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Coverage / override
0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3291840"/>
            <a:ext cx="2468880" cy="960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Insights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MTTR Q&amp;A
0 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4480560"/>
            <a:ext cx="5120640" cy="105156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Human decides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Confirm remediations · Own blast radius · Resolve → SRE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Technical Infrastructure — HLD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704088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Dynatrace sends problems to PagerDuty; Advance agents attach to the incident and chat/meeting surfaces.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Teams path needs Graph message-read for Advance; Shift full DMs prefer Slack.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1168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Responder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Teams / Slack
linkUser · graphAuth*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38328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Admin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PD AI Settings
MS Graph consent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754880"/>
            <a:ext cx="2286000" cy="100584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Calendar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Google Calendar Ext.
(Shift)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51760" y="25146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2651760" y="38862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2011680"/>
            <a:ext cx="2926080" cy="1828800"/>
          </a:xfrm>
          <a:prstGeom prst="roundRect">
            <a:avLst/>
          </a:prstGeom>
          <a:solidFill>
            <a:srgbClr val="D6E6F5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PagerDuty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Service · Incident
Advance Agents
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4023360"/>
            <a:ext cx="2926080" cy="137160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Optional EO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Event Orchestration
Alert Grouping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63640" y="27432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0" y="2011680"/>
            <a:ext cx="2468880" cy="137160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Dynatrace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Problem / Davis
Notify → PD key
problem 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356616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Apps / Infra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Checkout · hosts
DB · JVM (monitored)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011680"/>
            <a:ext cx="2468880" cy="10972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Teams meeting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Scribe join
transcript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3246120"/>
            <a:ext cx="2468880" cy="10972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Teams / Slack chat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@pagerduty asks
SRE · Insights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4480560"/>
            <a:ext cx="2468880" cy="109728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PD web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SRE Agent tab
Schedules override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9436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* graphAuth only if tenant is Delegated-heavy. Prefer Application ChatMessage.Read.All for Advance.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Agent Hub Detail — Four Agents on One Incident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One Dynatrace-fed incident can use multiple agents; pick by job.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00400" cy="146304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PD Incident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from Dynatrace Problem
+ custom_details / problem URL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03120"/>
            <a:ext cx="3474720" cy="173736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SRE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Summarize · runbook · past incidents
Next steps · human confirm
Cost: 4 Actions / ask
Teams EA + PD web tab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103120"/>
            <a:ext cx="3657600" cy="173736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Scribe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Join Teams/Zoom/Meet
Transcript + wrap-up → PIR
Cost: ~6/30m + 2
Human join ≤15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114800"/>
            <a:ext cx="3474720" cy="173736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Shift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Level-1 OOO conflict
Slack DM coverage OR
Path B: Calendar + web override
Cost: 0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114800"/>
            <a:ext cx="3657600" cy="173736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Insights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MTTR / MTTA / volume Q&amp;A
Sanity-check Analytics UI
Weekly tips: Slack-first
Cost: 0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4114800"/>
            <a:ext cx="32004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0B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Human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Owns blast radius
Approve remediations
Resolve → SRE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