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411480"/>
            <a:ext cx="7315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D6E6F5"/>
                </a:solidFill>
                <a:latin typeface="Calibri"/>
              </a:rPr>
              <a:t>Architecture Design Proposal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9728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Calibri"/>
              </a:rPr>
              <a:t>Dynatrace → PagerDuty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74519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D6E6F5"/>
                </a:solidFill>
                <a:latin typeface="Calibri"/>
              </a:rPr>
              <a:t>Four AI Agents Architecture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FFFFFF"/>
                </a:solidFill>
                <a:latin typeface="Calibri"/>
              </a:rPr>
              <a:t>SRE Agent · Scribe Agent · Shift Agent · Insights Agent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3017520"/>
          <a:ext cx="1078992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22960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Field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Value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Architecture + POC design for PagerDuty Advance agents fed by Dynatrace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Platform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(detect) → PagerDuty (page) → Advance AI Agents (assist)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Umbrella product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PagerDuty Advance (AI Actions)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 surface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Microsoft Teams (primary) and/or Slack; PD web for SRE 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 demo rule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+ Level-1 test schedule — never prod pages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Related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Builds on four-agents POC + Teams-only enablement notes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548640" y="6263640"/>
            <a:ext cx="10058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D6E6F5"/>
                </a:solidFill>
                <a:latin typeface="Calibri"/>
              </a:rPr>
              <a:t>ARB-style working deck · LAST UPDATED 2026/08/31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Architecture Design &lt;Summary Sheet&gt;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8961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Answer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Objective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Prove Dynatrace problems become clean PD incidents, then four Advance agents help humans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Background WHY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finds the problem; humans still dig docs, take notes, fix coverage, and report trends. Agents cut that toil.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Design Overview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Problem → PD Service (optional Event Orchestration) → page on-call → SRE triage / Scribe bridge / Shift coverage / Insights analytics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Not one of the four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Assistant (router), Event Intelligence, PIR drafts — related, not the named suite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Cloud / SaaS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SaaS + PagerDuty Advance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and/or Slack; Teams-only: SRE/Scribe/Insights Q&amp;A full; Shift DMs Slack-first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 model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4 Actions/ask; Scribe ~6/30min +2 summary; Shift 0; Insights 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Service / test schedule only; human confirms remediations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Which Agent Do You Need?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Pick the agent from the job — not from the logo.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0"/>
                <a:gridCol w="2560320"/>
                <a:gridCol w="4389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When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Active incident triage / RCA / runbook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First 10 minutes after Dynatrace pages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Bridge notes / PIR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War room Zoom/Teams/Meet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OOO vs on-call / coverage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Agent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Before the next page; Level-1 schedules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MTTR / MTTA / volume trends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After incidents; leadership prep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365760" y="484632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Prerequisite gate: PagerDuty Advance enabled → connect Teams/Slack → enable agents → TEST service only.
Without Advance, agent toggles do nothing.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— AS-IS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Dynatrace detects and creates/notifies a PagerDuty incident.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Humans do triage, notes, coverage, and analytics mostly by hand.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371600" cy="457200"/>
          </a:xfrm>
          <a:prstGeom prst="round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AS-IS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834640"/>
            <a:ext cx="228600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Problem / Davis AI
creates signal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743200" y="338328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3200400" y="2834640"/>
            <a:ext cx="237744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Incident + escalation
pages on-call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5669280" y="338328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6126480" y="2834640"/>
            <a:ext cx="2560320" cy="1280160"/>
          </a:xfrm>
          <a:prstGeom prst="roundRect">
            <a:avLst/>
          </a:prstGeom>
          <a:solidFill>
            <a:srgbClr val="FFF2CC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Human on-call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Dig docs · type notes
Ask coverage · Export 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052560" y="2834640"/>
            <a:ext cx="2651760" cy="128016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Pain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Slow MTTA/MTTR
Noise · missed notes
Spreadsheet coverage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555555"/>
                </a:solidFill>
                <a:latin typeface="Calibri"/>
              </a:rPr>
              <a:t>AS-IS gap: Dynatrace is strong at detect. PagerDuty is strong at page.
The middle toil (triage, bridge notes, coverage, trends) is still mostly human.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Solution Context — TO-BE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Same Dynatrace → PagerDuty path, plus four Advance agents beside the human.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Agents suggest and assist; humans still own blast radius.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65760" y="2057400"/>
            <a:ext cx="1371600" cy="457200"/>
          </a:xfrm>
          <a:prstGeom prst="roundRect">
            <a:avLst/>
          </a:prstGeom>
          <a:solidFill>
            <a:srgbClr val="1E84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121408"/>
            <a:ext cx="1188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TO-BE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74320" y="2743200"/>
            <a:ext cx="201168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Dynatrace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Problem URL
in PD payload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233172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788920" y="2743200"/>
            <a:ext cx="210312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PagerDuty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Service + optional
Event Orchestration</a:t>
            </a:r>
          </a:p>
        </p:txBody>
      </p:sp>
      <p:sp>
        <p:nvSpPr>
          <p:cNvPr id="13" name="Right Arrow 12"/>
          <p:cNvSpPr/>
          <p:nvPr/>
        </p:nvSpPr>
        <p:spPr>
          <a:xfrm>
            <a:off x="498348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5440680" y="2606040"/>
            <a:ext cx="2468880" cy="1371600"/>
          </a:xfrm>
          <a:prstGeom prst="roundRect">
            <a:avLst/>
          </a:prstGeom>
          <a:solidFill>
            <a:srgbClr val="FFFFFF"/>
          </a:solidFill>
          <a:ln>
            <a:solidFill>
              <a:srgbClr val="C0392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400" b="1">
                <a:solidFill>
                  <a:srgbClr val="C0392B"/>
                </a:solidFill>
                <a:latin typeface="Calibri"/>
              </a:rPr>
              <a:t>Advance Agents</a:t>
            </a:r>
          </a:p>
          <a:p>
            <a:r>
              <a:rPr sz="1100" b="0">
                <a:solidFill>
                  <a:srgbClr val="555555"/>
                </a:solidFill>
                <a:latin typeface="Calibri"/>
              </a:rPr>
              <a:t>SRE · Scribe
Shift · Insights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8046720" y="3200400"/>
            <a:ext cx="384048" cy="201168"/>
          </a:xfrm>
          <a:prstGeom prst="rightArrow">
            <a:avLst/>
          </a:prstGeom>
          <a:solidFill>
            <a:srgbClr val="143D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503920" y="2743200"/>
            <a:ext cx="3200400" cy="1097280"/>
          </a:xfrm>
          <a:prstGeom prst="roundRect">
            <a:avLst/>
          </a:prstGeom>
          <a:solidFill>
            <a:srgbClr val="FFFFFF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Human decides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Confirm remediation
Own the page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7432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SRE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Triage + runbook
4 Actions / ask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10896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Scribe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Meeting transcript
~6/30m + 2 summary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943600" y="4206240"/>
            <a:ext cx="265176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Shift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Coverage / override
0 Actions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778240" y="4206240"/>
            <a:ext cx="2926080" cy="1371600"/>
          </a:xfrm>
          <a:prstGeom prst="round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73152" rIns="73152" tIns="54864"/>
          <a:lstStyle/>
          <a:p>
            <a:pPr algn="ctr"/>
            <a:r>
              <a:rPr sz="1100" b="1">
                <a:solidFill>
                  <a:srgbClr val="0B2C5C"/>
                </a:solidFill>
                <a:latin typeface="Calibri"/>
              </a:rPr>
              <a:t>Insights</a:t>
            </a:r>
          </a:p>
          <a:p>
            <a:r>
              <a:rPr sz="900" b="0">
                <a:solidFill>
                  <a:srgbClr val="555555"/>
                </a:solidFill>
                <a:latin typeface="Calibri"/>
              </a:rPr>
              <a:t>MTTR Q&amp;A + tips
0 Actions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End-to-End Data Flow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Detect → Notify → Page → Assist → Resolve → Learn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920240"/>
          <a:ext cx="11521440" cy="27980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3840480"/>
                <a:gridCol w="548640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Stage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System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 touchpoint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 Detect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Davis Problem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None yet — keep problem URL in the event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 Notify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 → PD Events / Workflow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Clean routing key + urgency matter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 Optional noise cut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Event Orchestration / grouping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Fewer junk incidents before agents run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Page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Escalation Policy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kept coverage valid beforehand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 Triage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Teams/Slack/PD web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 summarizes + runbook + next steps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 Collaborate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Zoom / Teams / Meet bridge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joins, transcript, summary, PIR context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7 Resolve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Resolve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service memory updates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8 Improve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Analytics / chat next week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MTTR/MTTA Q&amp;A (weekly DMs Slack-first)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Four Agents at a Glance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28600" y="1005840"/>
          <a:ext cx="1170432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3657600"/>
                <a:gridCol w="3200400"/>
                <a:gridCol w="1371600"/>
                <a:gridCol w="21031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Agent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What it is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Primary surface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AI Actions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Teams-only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Virtual responder: context, runbook, next steps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/ PD SRE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 / ask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Full (EA)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Joins meeting; transcript + wrap-up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meeting + advance scribe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~6/30m +2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Strong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OOO conflict + coverage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 DMs / web+Calendar Path 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Partial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Analytics Q&amp;A + weekly maturity tips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@pagerduty Q&amp;A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Q&amp;A yes; weekly DM Slack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365760" y="45720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Dynatrace tip: Dynatrace usually CREATES the incident (ingress).
It is not the main item on the SRE Agent connector list — enrich with Grafana/Datadog/CloudWatch/Confluence/GitHub as needed.
Keep the Dynatrace problem URL in custom_details so humans and SRE Agent can deep-link.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1) SRE Agent — Live Triage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Reads incident + ~2k chars custom_details + runbook + optional connectors.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Suggests next steps; human must confirm remediations. Memory saves on Resolve.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1168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926080"/>
                <a:gridCol w="4572000"/>
                <a:gridCol w="40233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Surface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How to start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Good first ask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MS Teams (Early Access)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@pagerduty … in mapped channel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What are some likely root causes?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Incident SRE tab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PD web → incident → SRE Agent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Analyze past incidents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Ops Console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AIOps + Advance → SRE tab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What steps should I take first?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Virtual responder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Incident Workflow / Escalation (EA)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Same 4 Actions per trigger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365760" y="4846320"/>
            <a:ext cx="11430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555555"/>
                </a:solidFill>
                <a:latin typeface="Calibri"/>
              </a:rPr>
              <a:t>POC story: Dynatrace “Checkout latency high” on test Service → Teams ask → upload poc-checkout-latency.md
→ past incidents → first steps → READ any remediation → Resolve.
Limits: runbook ≤100 KB; 25 files/conversation; no customer PII in channel questions.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2) Scribe Agent — Bridge Notes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941832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Joins Zoom / Teams / Meet; streams transcript; posts decisions / actions / attendees.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426464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Human must join within 15 minutes for auto-join. Cap: 1 Scribe/meeting; 10 concurrent.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20040" y="2011680"/>
          <a:ext cx="11521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042416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Step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Action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Enable Scribe in AI Settings (US often manual; EU may default on)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Put Teams/Zoom/Meet URL (with passcode) on the test incident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Auto-join OR Teams: @PagerDuty advance scribe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Join yourself within 15 minutes; admit lobby if needed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Speak symptom / cause / decision clearly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End meeting → confirm summary → optional PIR draft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3) Shift + 4)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96012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Shift Agent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128016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Detect OOO vs Level-1 on-call; request coverage; write override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Conflict DM → Request coverage → accept → schedule update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Teams-only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Path B recommended: Google Calendar + PD web manual override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schedule / test EP only — never prod primary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65760" y="4114800"/>
            <a:ext cx="5486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B2C5C"/>
                </a:solidFill>
                <a:latin typeface="Calibri"/>
              </a:rPr>
              <a:t>Insights Agent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4434840"/>
          <a:ext cx="1152144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Topic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Detail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Job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Conversational MTTR/MTTA/volume; weekly maturity tips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AI Actions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On-demand @pagerduty Q&amp;A is GA; sanity-check vs Analytics UI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Slack-first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Weekly proactive recommendation DMs still documented as Slack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Enablement, Cost, Safety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" y="914400"/>
            <a:ext cx="11521440" cy="722376"/>
          </a:xfrm>
          <a:prstGeom prst="rect">
            <a:avLst/>
          </a:prstGeom>
          <a:solidFill>
            <a:srgbClr val="D6E6F5"/>
          </a:solidFill>
          <a:ln>
            <a:solidFill>
              <a:srgbClr val="143D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969264"/>
            <a:ext cx="1371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0B2C5C"/>
                </a:solidFill>
                <a:latin typeface="Calibri"/>
              </a:rPr>
              <a:t>Key Message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207008"/>
            <a:ext cx="1115568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222222"/>
                </a:solidFill>
                <a:latin typeface="Calibri"/>
              </a:rPr>
              <a:t>• Enable Advance once. Demo on a test Service that pages only you.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20040" y="1874519"/>
          <a:ext cx="11521440" cy="21762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92354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Do this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 Shared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On · Teams/Slack Connected · linkUser · test Service map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Graph (Teams)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ChatMessage.Read(.All) for Advance; prefer User.ReadBasic.All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Dynatrace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Test integration / routing key only; problem URL in payload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connectors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Optional one real connector (not Dynatrace as “connector list” item)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Cost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4/ask · Scribe ~6/30m+2 · Shift 0 · Insights 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Safety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No prod escalation · confirm remediations · no PII in channel asks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B2C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5760" y="18288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Calibri"/>
              </a:rPr>
              <a:t>Suggested POC Afternoon + Open Items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20040" y="100584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88720"/>
                <a:gridCol w="6858000"/>
                <a:gridCol w="347472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Order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Block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Time box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Shared enablement (Admins)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30–60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SRE Agent on Dynatrace-shaped test incident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Scribe short Teams meeting (≤10 min)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15–20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Path B (Calendar + web override)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conversational Q&amp;A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10–15 min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0040" y="3931920"/>
          <a:ext cx="11521440" cy="186537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321040"/>
              </a:tblGrid>
              <a:tr h="310896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Open item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Note</a:t>
                      </a:r>
                    </a:p>
                  </a:txBody>
                  <a:tcPr anchor="ctr">
                    <a:solidFill>
                      <a:srgbClr val="1F4E8C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Advance entitlement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Need trial/add-on before toggles work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Teams Early Access for SRE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Confirm tenant has Teams EA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Shift full DM path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Needs Slack — document if Teams-only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Insights weekly DMs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Slack-first — document gap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310896"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Prod keys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000" b="0">
                          <a:solidFill>
                            <a:srgbClr val="222222"/>
                          </a:solidFill>
                          <a:latin typeface="Calibri"/>
                        </a:rPr>
                        <a:t>Never point Dynatrace prod at POC Services</a:t>
                      </a:r>
                    </a:p>
                  </a:txBody>
                  <a:tcPr anchor="ctr">
                    <a:solidFill>
                      <a:srgbClr val="F2F4F7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537960"/>
            <a:ext cx="9144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555555"/>
                </a:solidFill>
                <a:latin typeface="Calibri"/>
              </a:rPr>
              <a:t>ARB-style · Dynatrace → PagerDuty Four AI Agents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515600" y="6537960"/>
            <a:ext cx="1371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1">
                <a:solidFill>
                  <a:srgbClr val="555555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