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6E6F5"/>
                </a:solidFill>
                <a:latin typeface="Calibri"/>
              </a:rPr>
              <a:t>Architecture Review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Architecture Design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6E6F5"/>
                </a:solidFill>
                <a:latin typeface="Calibri"/>
              </a:rPr>
              <a:t>for (P260120F - Splunk to Dynatrace migration)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926080"/>
          <a:ext cx="7772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84632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Build Permit + Cloud Permit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Gate2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Architecture Governance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Presenter (Team Name)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ROA Rosel (Ops Middleware and Monitoring)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Line of Business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OneAXA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ARB 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2026/06/26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Engineering Point of Contact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YASUDA Masayuki, HUNG Hsinyi, BARBASTE Nicolas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Ops Point of Contact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YASUDA Masayuki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Platform Architecture Point of Contact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ROA Rosel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6F5"/>
                </a:solidFill>
                <a:latin typeface="Calibri"/>
              </a:rPr>
              <a:t>Architecture / AXA Japan (template style) · LAST UPDATED 2026/08/31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This Approval is requested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228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Calibri"/>
              </a:rPr>
              <a:t>Here's the Proposal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Red box = this proposal scope (Gate2 Build Permit + Cloud Permit). Matrix simplified from ARB template.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71600"/>
          <a:ext cx="106070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1188720"/>
                <a:gridCol w="1371600"/>
                <a:gridCol w="1371600"/>
                <a:gridCol w="118872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Slide Title / Required for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BP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CP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Architecture Design &lt;Summary Sheet&gt;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Impacted Applications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Solution Context Diagram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Impacted Platforms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Alignment with DPRA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Data Architecture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Technical/Infrastructure Architecture -&gt; HLD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M*2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Security Architecture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M*2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M*2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 Estimate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Decommission Plan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 Permit - Cloud Binding Checklist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M = Mandatory · M*2 = Mandatory when template requires · AI Governance N/A (not an AI solution)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Architecture Design &lt;Summary Sheet&gt;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77824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Objective &lt;Gate&gt;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Solution Approval &lt;Gate2&gt;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Archi Gov.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Background WHY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Decommission Splunk; migrate to AXA-GO Dynatrace. Cut license/maintenance cost; reduce MPI footprint; gain observability; enterprise alignment.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Architecture Design Overview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Provision AXA-GO Dynatrace SaaS dedicated tenant. Instrument apps to Dynatrace logging. Migrate Splunk monitoring/alerting. Add Ex-ADL. Decommission Splunk MPI.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Alignment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Aligned with D-PRA / Architecture Roadmap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Project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25 (M Yen / Gate 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Production Release Timing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Q3-2026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Security Review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TBA – before Friday (update before ARB)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Architect View (in charge)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Support migration to reduce MPI servers and centralize logs to Dynatrace SaaS aligned with AXA-GO roadmap.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Update and Approval History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64008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For build/cloud permit approval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828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Technical updates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194560"/>
          <a:ext cx="114300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00400"/>
                <a:gridCol w="76809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Update detail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Technical and Interface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Added detailed HLD for the migration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ARB Approval History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062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200400"/>
                <a:gridCol w="76809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ARB Approval History (Date)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ARB Page Link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 (2026/05/15)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OneAXA ARB Splunk to Dynatrace – Confluence by AXA GO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BP (2026/06/26)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OneAXA ARB P260120F – THIS ARB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IR (YYYY/MM/DD)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CP (YYYY/MM/DD)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Solution Context Diagram — AS-IS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841247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MPI platform hosts Splunk for centralized application logging (ADJ + ALJ).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OpenPaaS and Lambda stream logs to AWS S3; Splunk ingests for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1463040" cy="5029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AS-IS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2377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AXA-GO OpenPaaS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Multi Log Forwarder
→ S3 bucket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3383280"/>
            <a:ext cx="411480" cy="228600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926080"/>
            <a:ext cx="237744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ALJ/ADJ AWS S3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Logs from Lambda
and OpenPaaS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7880" y="3383280"/>
            <a:ext cx="411480" cy="228600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560320" cy="1554480"/>
          </a:xfrm>
          <a:prstGeom prst="roundRect">
            <a:avLst/>
          </a:prstGeom>
          <a:solidFill>
            <a:srgbClr val="FFF2CC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ALJ MPI — Splunk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Central ingest &amp;
search (hub)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28600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ADJ MPI Apps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Applications → Splunk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3474720"/>
            <a:ext cx="24688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ALJ POD / Local HUB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Applications → Splunk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2377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AXA HQ Ops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Shirokane operations
users → Splunk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926080" y="5029200"/>
            <a:ext cx="411480" cy="228600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B2C5C"/>
                </a:solidFill>
                <a:latin typeface="Calibri"/>
              </a:rPr>
              <a:t>→ Splunk hub (center of AS-IS)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Solution Context Diagram —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841247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(SaaS) from AXA-GO will replace Splunk.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Ex-ADL servers are added in scope for Dynatrace application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1463040" cy="502920"/>
          </a:xfrm>
          <a:prstGeom prst="round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TO-BE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3464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OpenPaaS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Multi Log Forwarder
→ Dynatrace direct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023360"/>
            <a:ext cx="22860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AWS Firehose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Kinesis Data Firehose
→ Dynatrace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212080"/>
            <a:ext cx="22860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AXA HQ Ops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Console via proxy
+ OneAccount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329184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C0392B"/>
                </a:solidFill>
                <a:latin typeface="Calibri"/>
              </a:rPr>
              <a:t>Dynatrace SaaS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AXA-GO / OneAXA hub
Ingest · Store ·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2651760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ADJ MPI Apps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Instrumented → Dynatrace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3749039"/>
            <a:ext cx="30175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ALJ POD Apps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→ Dynatrace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846320"/>
            <a:ext cx="3017520" cy="100584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Ex-ADL / Local HUB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NEW in scope → Dynatrace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────────►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840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◄────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Impacted Platforms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64008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will consolidate logging from system to application and speed up troubleshooting during incidents.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2C5C"/>
                </a:solidFill>
                <a:latin typeface="Calibri"/>
              </a:rPr>
              <a:t>Highlighted impact (from ARB map)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28600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576072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IT / IT Platform (IT4IT)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Shared logging/monitoring platform change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 (Infrastructure &amp; Cloud)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Primary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SaaS Dynatrace + AWS Firehose/S3 paths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Business domains (green on map)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Reuse AXA-GO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Consumers of shared Ops/logging service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Ex-ADL / Local 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Scope add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Application logs newly into Dynatrace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8463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Legend (ARB): Green = Reuse Shared Service by AXA-GO · Other legend colors = Modification / New AXA / New external service.
Replace this slide with the official OneAXA domain map graphic from the master template for the live ARB.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Alignment with Digital Platform Reference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640080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Using Dynatrace (SaaS) for application logging system.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01168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474720"/>
                <a:gridCol w="475488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D-PRA layer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Highlight on slide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this project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Partner / 3rd Party / SaaS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is consumed as external SaaS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Platforms / Cloud 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IaaS / PaaS / XaaS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 binding / Cloud Permit relevant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Platforms / Operations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Monitoring-Alerting / Capacity / BCP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owns ops observability capability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API product 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N/A on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new business API; logging platform change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754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Paste the official D-PRA wallpaper from the AXA Japan ARB master behind this table for the formal meeting.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841247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implements 3 layers: Ingestion, Store, Query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Log retention default = 3 months; adjustable per application (example MyAXA = 1 year).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1 Application Logs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Lambda · OpenPaaS
MPI/POD · LocalHUB/Ex-ADL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2697480"/>
            <a:ext cx="411480" cy="228600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19456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2 Dynatrace Ingestion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OneAXA / SaaS ingest path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2697480"/>
            <a:ext cx="411480" cy="228600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3 Dynatrace Store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Buckets / tables / views
timestamp + raw logs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69680" y="2697480"/>
            <a:ext cx="411480" cy="228600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72600" y="219456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4 Query Engine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Search / analytics
in Dynatrace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840480"/>
          <a:ext cx="1124712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8952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Retention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 months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Example longer retention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MyAXA = 1 year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Adjust per application as needed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841247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Using OneAccount login to Dynatrace (SaaS).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IAM CoE Demand: Already integrated as provided by AXA-GO.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2926080" cy="1371600"/>
          </a:xfrm>
          <a:prstGeom prst="roundRect">
            <a:avLst/>
          </a:prstGeom>
          <a:solidFill>
            <a:srgbClr val="F2F4F7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I&amp;T members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AXA-HQ Shirokane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3360" y="2926080"/>
            <a:ext cx="411480" cy="228600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377440"/>
            <a:ext cx="292608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AXA-GO OneAccount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SSO / enterprise identity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80960" y="2926080"/>
            <a:ext cx="411480" cy="228600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237744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Dynatrace Web Console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RBAC enforced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023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392B"/>
                </a:solidFill>
                <a:latin typeface="Calibr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38912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Dynatrace Store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Log data under SaaS controls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4389120"/>
          <a:ext cx="68580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OneAccount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Enterprise SSO into Dynatrace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RBAC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Role-based access on console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AXA-GO provided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IAM integration not invented by this project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Technical Infrastructure — HLD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841247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HQ users reach Dynatrace Console/API/Grail over HTTPS via proxy.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3560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ActiveGates bridge Tokyo/Singapore MPI, OpenPaaS, LocalHUB, and AWS Firehose paths.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011680"/>
          <a:ext cx="114300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502920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AXA-HQ Shirokane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IT members, Proxy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HTTPS → Dynatrace Console / API / Grail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AXA-GO Dynatrace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SaaS tenant, Grail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Central observability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ActiveGate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Regional ActiveGates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TCP/HTTPS from hubs / MPI / apps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OpenPaaS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Multi Log Forwarder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Egress → Dynatrace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AWS Shared / MPI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Firehose, CloudWatch, EC2 apps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 + MPI ingest paths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Local HUBs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TRS / ALJAGU / Ex-ADL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App logs via ActiveGate path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Support tools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OneAccount, Config Repository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VPN / HTTPS for employees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Replace with the detailed Visio/HLD graphic from the formal ARB pack for pixel-accurate ports and trust boundaries.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Open Items and Next Steps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57200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 on captured slides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Security Review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TBA – before Friday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Close before ARB / update summary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Architect Name on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Blank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Fill architect-in-charge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IR / CP dated approvals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Placeholders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Update after IR / Cloud Permit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Impacted Applications 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Mandatory; not in photo set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Attach full app inventory slide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Decommission Plan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Mandatory for BP/Infra 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Attach Splunk MPI decommission slide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 Binding Checklist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Mandatory for 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Complete CP checklist slide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Q3-2026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Keep Gate2 cost 25M Yen aligned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029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This deck is an ARB-style working copy generated from screenshot capture of P260120F.
For the formal board, merge branding/master slides from the official AXA Japan ARB PowerPoint template (ver.5.2).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AXA Japan ARB Template style · P260120F Splunk to Dynatrace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