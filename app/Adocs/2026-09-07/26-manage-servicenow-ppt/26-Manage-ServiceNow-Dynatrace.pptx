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Manage ServiceNow with Dynatrace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6F5"/>
                </a:solidFill>
                <a:latin typeface="Calibri"/>
              </a:rPr>
              <a:t>Setup steps + day-2 manage + EIP checkout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Problem → Incident → right CI / group → fix → both 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1. What ServiceNow + Dynatrace each do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2. Three integration lanes (Incident / Events / CMDB)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3. First-time setup (7 steps)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4. Day-2 manage checklist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5. Detailed example: EIP checkout → INC0012345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6. On-call ticket handling + troubleshooting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7. Hard rules (no ticket storms)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you are managing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Tickets + CMDB ↔ Problems + RCA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21945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Detects Problems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Davis root cause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Problem URL =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657600" cy="219456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ServiceNow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Incidents (work tickets)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CMDB CIs (inventory)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Assignment +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3657600" cy="219456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Manage means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Who gets tickets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Which alerts fire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CI accuracy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Open / close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Incident = work ticket for humans (ownership, SLA, audit)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CMDB CI = host / service / app the ticket hangs on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Alerting profile = Dynatrace filter (stops STG noise)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Problem notification = the wire that creates / updates the Incident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integration 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Start with Incident; add CMDB when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657600" cy="4389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1. Incident (start here)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ITSM + Dynatrace Incident Integration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Each Problem → Incident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Owner: SRE + ITSM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38912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2. Events (optional)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ServiceNow ITOM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Events → em_event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Rules decide tickets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Owner: Event Mgmt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657600" cy="438912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1E844E"/>
                </a:solidFill>
                <a:latin typeface="Calibri"/>
              </a:rPr>
              <a:t>3. CMDB / Service Graph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Hosts / services → CIs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Better Affected CI link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Owner: CMDB +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Happy path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Detect → filter → ticket → fix →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1. App slows / errors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2. Dynatrace Davis opens a Problem (+ root cause entity)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3. Alerting profile allows notify (prod + severity + tags)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4. Problem notification → ServiceNow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5. Import set → Transform map → Incident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6. Affected CI + assignment group filled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7. On-call uses Problem URL for RCA → fixes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8. Problem CLOSED → Incident Resolved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Setup Steps 1–3 — ServiceNow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Install before Dynatrace notify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47548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Step 1 — Install app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ServiceNow Store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Dynatrace Incident Integration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Run Guided Setup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Pass: app is 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657600" cy="47548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Step 2 — Integration user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User: dynatrace.integration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Least-privilege roles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Strong password / OAuth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URL: https://id.service-now.com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3657600" cy="475488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Step 3 — Transform + assign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Title → short_description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Severity → priority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URL → work notes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Entity → Affected CI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EIP apps → EIP-Support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Setup Steps 4–5 — Dynatrace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Noise filter then notification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475488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Step 4 — Alerting profile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Name: prod-eip-to-servicenow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Production management zone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Severity: Error + Critical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Tags: env:prod (pilot: app:eip)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Pass: STG does NOT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47548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Step 5 — Problem notification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Settings → Integration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Problem notifications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type ServiceNow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Send incidents into ITSM = 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Attach alerting profile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Send test → Save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Pass: test Incident appears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Setup Steps 6–7 — CMDB + closed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Optional inventory, then prove resolve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47548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Step 6 — CMDB (optional)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Service Graph Connector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for Observability – Dynatrace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API token (read entities)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Schedule host/service sync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Identity: merge by hostname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Pass: Affected CI usually filled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475488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Step 7 — Closed-loop test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Open test / fake Problem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Incident New / In Progress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Close Dynatrace Problem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Incident Resolved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Pass: no zombie open tickets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Day-2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Weekly hygiene on both sides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47548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Dynatrace weekly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1. Re-send test notification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2. Review alerting profile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3. Open Problems ≈ open DT Incidents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4. Problem URL still in notes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Healthy: no STG flood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47548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ServiceNow weekly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1. Import set errors = 0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2. Right assignment group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3. CI link rate high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4. One Problem → one Incident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Healthy: updates, not clones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Hard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Do not break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Do NOT send all Problems from all environments → ticket storm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Prefer one Problem notification per environment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Tag entities (env, app) for filter + assignment + CMDB match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Keep Problem URL as source of truth for RCA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Never put real customer PII in test tickets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On-call opens Problem URL — ticket text alone is not enough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Example story — EIP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One Problem → one Incident → fix → both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Shoppers see slow checkout. You want one ticket with correct CI and Davis RCA.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Actors: Shopper | Dynatrace Davis | ServiceNow | On-call SRE | App/DBA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Goal: INC for EIP-Support — not five Slack threads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Tools on-call uses: Problem URL + multi-app dashboard (app=EIP)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Outcome: rollback / DB fix → Problem CLOSED → Incident Resolved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Example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EIP checkout → INC0012345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T+0   Checkout P95 up; errors rise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T+2m  Problem P-240906 — Davis: slow DB behind eip-checkout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T+2m  Profile prod-eip-to-servicenow matches → notify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T+3m  Import → Transform → Incident INC0012345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T+3m  CI = eip-checkout / eip-app-01 | Group = EIP-Support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T+5m  On-call acks → Problem URL → dashboard app=EIP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T+20m Rollback / DB fix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T+25m Dynatrace closes Problem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T+26m Incident → Resolved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INC0012345 looks like + on-call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Ticket content and human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47548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Incident fields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Number: INC0012345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Short desc: [Dynatrace] Checkout latency — eip-checkout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Notes: Davis summary + Problem URL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Priority: from severity map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CI: eip-checkout / eip-app-01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Group: EIP-Support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Opened by: dynatrace.integration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47548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On-call steps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1. Ack Incident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2. Open Problem URL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3. Read Davis root cause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4. Dashboard filter app=EIP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5. Fix or escalate + work notes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6. Confirm Problem close → Resolved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7. Recurring? → Problem Mgmt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When manage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Test notify 403 → auth / IP allow list for Dynatrace → ServiceNow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No Incident → ITSM flag off, or transform / import set errors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Duplicate Incidents → multiple notifications; use update-on-change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Blank Affected CI → CMDB not synced / hostname mismatch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Wrong group → assignment rule / tag mapping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Incident stays open → close state not mapped from Problem CLOSED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Ticket storm → alerting profile too wide (add MZ + severity + env)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Before vs after +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What good manage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347472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Before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Slack flood, no owner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Guess which server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Fix done, ticket forgotten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STG wakes prod on-call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347472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After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One Incident with SLA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CI already on ticket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Problem close → Resolved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Profile blocks STG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5C"/>
                </a:solidFill>
                <a:latin typeface="Calibri"/>
              </a:rPr>
              <a:t>Manage = notification + alerting profile + transform/assignment + CI match + weekly hygiene.
Example = EIP Problem → INC0012345 → RCA via Problem URL → both close.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