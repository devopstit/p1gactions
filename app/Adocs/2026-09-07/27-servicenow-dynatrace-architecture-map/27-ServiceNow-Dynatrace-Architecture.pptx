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Dynatrace ↔ ServiceNow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6F5"/>
                </a:solidFill>
                <a:latin typeface="Calibri"/>
              </a:rPr>
              <a:t>System context · Incident path · Three lanes · Control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Operators sit above both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51560"/>
            <a:ext cx="3931920" cy="100584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On-call / Operators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ServiceNow UI + Dynatrace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377440"/>
            <a:ext cx="5303520" cy="32004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E7C7B"/>
                </a:solidFill>
                <a:latin typeface="Calibri"/>
              </a:rPr>
              <a:t>Dynatrace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OneAgent / RUM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Smartscape + Davis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Alerting profiles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377440"/>
            <a:ext cx="5303520" cy="32004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1E844E"/>
                </a:solidFill>
                <a:latin typeface="Calibri"/>
              </a:rPr>
              <a:t>ServiceNow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ITSM Incidents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Transform + Assignment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CMDB / Service Graph CIs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Optional ITOM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Monitored apps/hosts feed Dynatrace; optional CMDB sync makes the same entities into ServiceNow CIs.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Incident path (main 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Left → right: detect to resolve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1828800" cy="201168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1 App/Host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eip-checkout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OneAgent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188720"/>
            <a:ext cx="1828800" cy="20116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2 Davis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+ RCA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182880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3 Profile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prod filter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yes /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1828800" cy="20116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4 Notify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ServiceNow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ITSM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182880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5 Transform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Import set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1188720"/>
            <a:ext cx="182880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6 Incident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CI + group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+ Problem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No profile match → stop (no ticket)</a:t>
            </a:r>
          </a:p>
          <a:p>
            <a:r>
              <a:rPr sz="1600" b="0">
                <a:solidFill>
                  <a:srgbClr val="222222"/>
                </a:solidFill>
                <a:latin typeface="Calibri"/>
              </a:rPr>
              <a:t>On-call opens Problem URL from Incident → fixes app/infra</a:t>
            </a:r>
          </a:p>
          <a:p>
            <a:r>
              <a:rPr sz="1600" b="0">
                <a:solidFill>
                  <a:srgbClr val="222222"/>
                </a:solidFill>
                <a:latin typeface="Calibri"/>
              </a:rPr>
              <a:t>Problem CLOSED → notification update → Incident Resolved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Same Dynatrace source, different ServiceNow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657600" cy="45720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E7C7B"/>
                </a:solidFill>
                <a:latin typeface="Calibri"/>
              </a:rPr>
              <a:t>A. Incident (default)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Direction: DT → SNOW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 open/update/close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Incident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Day-2 SRE tickets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45720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E67E22"/>
                </a:solidFill>
                <a:latin typeface="Calibri"/>
              </a:rPr>
              <a:t>B. Events (optional)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Direction: DT → SNOW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Events → em_event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ITOM rules decide tickets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Needs Event Mgmt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657600" cy="45720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1E844E"/>
                </a:solidFill>
                <a:latin typeface="Calibri"/>
              </a:rPr>
              <a:t>C. CMDB / Service Graph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Direction: DT → SNOW pull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Hosts/services/apps → CIs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Improves Affected 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Control points (where manage lives)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Eight knobs across the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5669280" cy="47548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1 Entity tags (env, app)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2 Alerting profile (noise)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3 Problem notification (wire)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Healthy: STG never hits prod queue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One notify per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475488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ServiceNow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4 Integration user (least privilege)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5 Transform map (fields)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6 Assignment rules (group)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7 CI identity (dedupe)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8 Import set health (errors)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/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Healthy: CI filled, right group, close sync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EIP example on the same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Filled architecture for INC0012345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Calibri"/>
              </a:rPr>
              <a:t>Shopper → eip-checkout slow</a:t>
            </a:r>
          </a:p>
          <a:p>
            <a:r>
              <a:rPr sz="1700" b="0">
                <a:solidFill>
                  <a:srgbClr val="222222"/>
                </a:solidFill>
                <a:latin typeface="Calibri"/>
              </a:rPr>
              <a:t>Davis Problem P-240906 (DB behind eip-checkout)</a:t>
            </a:r>
          </a:p>
          <a:p>
            <a:r>
              <a:rPr sz="1700" b="0">
                <a:solidFill>
                  <a:srgbClr val="222222"/>
                </a:solidFill>
                <a:latin typeface="Calibri"/>
              </a:rPr>
              <a:t>Profile prod-eip-to-servicenow MATCHES</a:t>
            </a:r>
          </a:p>
          <a:p>
            <a:r>
              <a:rPr sz="1700" b="0">
                <a:solidFill>
                  <a:srgbClr val="222222"/>
                </a:solidFill>
                <a:latin typeface="Calibri"/>
              </a:rPr>
              <a:t>Notify → Transform → INC0012345</a:t>
            </a:r>
          </a:p>
          <a:p>
            <a:r>
              <a:rPr sz="1700" b="0">
                <a:solidFill>
                  <a:srgbClr val="222222"/>
                </a:solidFill>
                <a:latin typeface="Calibri"/>
              </a:rPr>
              <a:t>CI: eip-checkout / eip-app-01 | Group: EIP-Support | Notes: Problem URL</a:t>
            </a:r>
          </a:p>
          <a:p>
            <a:r>
              <a:rPr sz="1700" b="0">
                <a:solidFill>
                  <a:srgbClr val="222222"/>
                </a:solidFill>
                <a:latin typeface="Calibri"/>
              </a:rPr>
              <a:t>On-call fix → Problem CLOSED → Incident Resolved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E6F5"/>
                </a:solidFill>
                <a:latin typeface="Calibri"/>
              </a:rPr>
              <a:t>What crosses the wire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5669280" cy="41148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Dynatrace tenant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Problems, entities, RCA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Egress IPs must be allowed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No real PII in test payloads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577840" cy="41148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300" b="1">
                <a:solidFill>
                  <a:srgbClr val="0B2C5C"/>
                </a:solidFill>
                <a:latin typeface="Calibri"/>
              </a:rPr>
              <a:t>ServiceNow instance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Incidents, CMDB, users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Integration user scoped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Audit on ticket changes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Auth / IP failures → 403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Wire carries metadata (title, severity, URL, entities, state) — not a full log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