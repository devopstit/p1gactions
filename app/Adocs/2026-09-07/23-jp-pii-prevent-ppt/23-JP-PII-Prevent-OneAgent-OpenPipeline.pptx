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Prevent JP PII in Dynatrace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6F5"/>
                </a:solidFill>
                <a:latin typeface="Calibri"/>
              </a:rPr>
              <a:t>OneAgent masking + OpenPipeline + DQL verify (no app-layer scrub)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Basis: Splunk JP-chars → PII keyword filter (氏名 / 住所 / 電話 / …)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1. Goal: stop raw JP PII landing in Grail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2. Basis from Splunk: Japanese text first, then keyword list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3. Step A — OneAgent Sensitive data masking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4. Step B — OpenPipeline content mask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5. Step C — DQL verify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6. PII examples + filter / mask patterns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7.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Prevent future ingest — not only scan after the 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Find (Splunk/DQL)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JP chars + keywords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Shows where PII already 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Does NOT block future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1E844E"/>
                </a:solidFill>
                <a:latin typeface="Calibri"/>
              </a:rPr>
              <a:t>Prevent (Dynatrace)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OneAgent mask → ***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OpenPipeline mask → ***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Before / at ingest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Verify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Same keyword idea in DQL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Expect 0 raw hits or only 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Flow:  Fake/test log with JP PII labels  →  OneAgent  →  OpenPipeline  →  Grail (masked)  →  DQL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Basis — same as Splunk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Two filters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1) Japanese characters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Unicode ranges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Hiragana/Katakana/Kanji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[\u3000-\u30FF\u4E00-\u9FFF]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Cuts English-only noise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2) JP PII keywords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氏名 住所 電話 生年月日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メール マイナンバー 口座番号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クレジットカード …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Then mask values next to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Dynatrace: use keyword list for OneAgent/OpenPipeline regex. Use JP+keyword DQL only to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steps (no app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A → B →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4114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1E844E"/>
                </a:solidFill>
                <a:latin typeface="Calibri"/>
              </a:rPr>
              <a:t>A. OneAgent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Settings → Log monitoring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Configure log module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Sensitive data masking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STRING → ***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Host-group scope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Wave 1 keywords first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Fake-data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657600" cy="4114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B. OpenPipeline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OpenPipeline → Logs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Content mask same regex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Second net if OneAgent missed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Prefer mask over drop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Fake-data test again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657600" cy="41148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C. DQL verify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Logs / Notebooks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JP chars then keywords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0 hits or *** only = pass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Raw values = fix A/B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Weekly re-check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A — OneAgent UI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Sensitive data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1. Settings → Collect and capture → Log monitoring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2. Configure log module → Sensitive data masking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3. Scope: Host group (safer) or Environment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4. Each rule: Masking type STRING | Replacement ***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5. Search expression: regex; capture VALUE after label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6. Add Wave 1 rules one-by-one → Save → fake test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7. Expand Wave 2 / Wave 3 after proof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UI: enable generic email mask if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B — OpenPipeline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Second net at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1. Open OpenPipeline → Logs pipeline for your env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2. Add content mask / sensitive-data processor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3. Reuse same Wave 1 JP keyword patterns → ***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4. Prefer MASK (keep ERROR logs for ops)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5. Drop entire record only if privacy requires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6. Fake-test on the OpenPipeline ingest path</a:t>
            </a:r>
          </a:p>
          <a:p>
            <a:pPr/>
            <a:r>
              <a:rPr sz="1600" b="0">
                <a:solidFill>
                  <a:srgbClr val="222222"/>
                </a:solidFill>
                <a:latin typeface="Calibri"/>
              </a:rPr>
              <a:t>7. Then expand keywords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C — DQL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Same order as Splunk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fetch logs
| filter matchesValue(content, ".*[\\u3000-\\u30FF\\u4E00-\\u9FFF].*")
| filter matchesValue(content, ".*(氏名|住所|電話|メール|マイナンバー|口座番号|クレジットカード).*")
| summarize hits = count(), by: { host.name }
| sort hits desc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0 hits → good for that timeframe / keywords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Hits with *** only → mask working</a:t>
            </a:r>
          </a:p>
          <a:p>
            <a:pPr/>
            <a:r>
              <a:rPr sz="1500" b="0">
                <a:solidFill>
                  <a:srgbClr val="222222"/>
                </a:solidFill>
                <a:latin typeface="Calibri"/>
              </a:rPr>
              <a:t>Hits with real names/numbers → fix OneAgent/OpenPipeline regex or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PII keyword categories (examples)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Filter / mask like the Splunk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749039" cy="2286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Identity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氏名 年齢 性別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生年月日 誕生日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生年 生月 生日 生年月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749039" cy="22860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Contact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住所 郵便番号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電話 電話番号 固定電話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携帯 携帯電話 携帯番号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メール メールアドレス ファックス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657600" cy="2286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Government ID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身分証 身分証明書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マイナンバー 個人番号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運転免許 免許証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パスポート 旅券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657600"/>
            <a:ext cx="5669280" cy="2377440"/>
          </a:xfrm>
          <a:prstGeom prst="roundRect">
            <a:avLst/>
          </a:prstGeom>
          <a:solidFill>
            <a:srgbClr val="FAE5D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Financial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銀行口座 口座番号 銀行コード 支店コード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クレジットカード カード番号 カード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57600"/>
            <a:ext cx="5669280" cy="237744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Other / noisy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会社 — broad, false positives likely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カード alone — noisy; prefer カード番号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to filter / mask — pattern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OneAgent &amp; OpenPipeline search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氏名\s*[:：＝=]\s*(\S+)     → mask name value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住所\s*[:：＝=]\s*(.+)       → mask address value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(電話番号?|携帯(電話|番号)?)\s*[:：＝=]\s*(\S+)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(メール(アドレス)?)\s*[:：＝=]\s*(\S+)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(マイナンバー|個人番号)\s*[:：＝=]\s*(\S+)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(口座番号|銀行口座)\s*[:：＝=]\s*(\S+)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(クレジットカード|カード番号)\s*[:：＝=]\s*(\S+)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JSON later: "bankAccountNo"\s*:\s*"(.*?)"</a:t>
            </a:r>
          </a:p>
          <a:p>
            <a:pPr/>
            <a:r>
              <a:rPr sz="1400" b="0">
                <a:solidFill>
                  <a:srgbClr val="222222"/>
                </a:solidFill>
                <a:latin typeface="Calibri"/>
              </a:rPr>
              <a:t>Fake test: 氏名:テスト太郎 口座番号:0000000 → expect ***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Roll out in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Small blast radius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4114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1E844E"/>
                </a:solidFill>
                <a:latin typeface="Calibri"/>
              </a:rPr>
              <a:t>Wave 1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氏名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住所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電話 / 電話番号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メール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マイナンバー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口座番号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114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0B2C5C"/>
                </a:solidFill>
                <a:latin typeface="Calibri"/>
              </a:rPr>
              <a:t>Wave 2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生年月日 / 郵便番号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携帯*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身分証*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パスポート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クレジットカード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188720"/>
            <a:ext cx="3657600" cy="41148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Wave 3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Rest of keyword list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+ English JSON keys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bankAccountNo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policyHolderName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phones / emails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Pass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A — OneAgent Wave 1 on host group → fake line shows ***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B — OpenPipeline same patterns → fake line still safe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C — DQL verify → 0 raw PII (or *** only)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Expand Wave 2–3 only after Wave 1 passes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Weekly DQL re-check for regressions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Never test with real customer PII</a:t>
            </a:r>
          </a:p>
          <a:p>
            <a:pPr/>
            <a:r>
              <a:rPr sz="1700" b="0">
                <a:solidFill>
                  <a:srgbClr val="222222"/>
                </a:solidFill>
                <a:latin typeface="Calibri"/>
              </a:rPr>
              <a:t>Do not drop all Japanese logs — mask values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OneAgent → OpenPipeline →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Same JP PII keyword basis as Splunk — Dynatrace masks before Grail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