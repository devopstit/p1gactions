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eight hops from top to bottom. Hop 1 is the detector. Hop 2 is the call and SMS to BAM-India. The phone number stays there. Hop 3 is what the assist reads from PagerDuty. The red dot is the assignee display name. Hop 4 is the Teams question. The red dot is the asker’s identity. One technical line may be pasted. Hop 5 is bridge audio in, text note out. Hop 6 exists only if Insights is enabled. Hop 7 is the text reply. A person sends any status. Hop 8 is the person acting in PagerDuty and filing ServiceNow or Silva. Shift is not on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SRE reads the open incident, the linked runbook, and the Teams question. It writes a catch-up. Scribe reads bridge audio and writes a text note. Insights, only if enabled, reads incidents the user can see and writes one sentence. Shift receives nothing and returns nothing. The sample ids INC-48291 and P-88421 are examples. A person checks the text before they acknowledge, escalate, or send a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8412480" cy="347472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95360" cy="27432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6E4F0"/>
                </a:solidFill>
                <a:latin typeface="Calibri"/>
              </a:rPr>
              <a:t>24x7 critical-incident catch-up in Microsoft Teams.  ALJ and ADJ (P&amp;C).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09728"/>
            <a:ext cx="2514600" cy="50292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Page 1 of 2</a:t>
            </a:r>
          </a:p>
          <a:p>
            <a:pPr algn="r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D6E4F0"/>
                </a:solidFill>
                <a:latin typeface="Calibri"/>
              </a:rPr>
              <a:t>After the incident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786384"/>
            <a:ext cx="11612880" cy="256032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Red dot means an employee name or a Teams identity. Customer, financial, and health fields are off this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060704"/>
            <a:ext cx="365760" cy="219456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F72"/>
                </a:solidFill>
                <a:latin typeface="Calibri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60704"/>
            <a:ext cx="2286000" cy="219456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F72"/>
                </a:solidFill>
                <a:latin typeface="Calibri"/>
              </a:rPr>
              <a:t>Hop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060704"/>
            <a:ext cx="5303520" cy="219456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F72"/>
                </a:solidFill>
                <a:latin typeface="Calibri"/>
              </a:rPr>
              <a:t>Data that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060704"/>
            <a:ext cx="2926080" cy="219456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F72"/>
                </a:solidFill>
                <a:latin typeface="Calibri"/>
              </a:rPr>
              <a:t>Personal information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" y="1298448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" y="1408176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371600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C4C"/>
                </a:solidFill>
                <a:latin typeface="Calibri"/>
              </a:rPr>
              <a:t>Detector to PagerDuty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353312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Dynatrace, Splunk, Selenium/Jenkins, or a network tool sends the critical event. The fields are the service name, the alert text, and the problem id.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353312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No red dot on this hop.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" y="1929384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" y="2039112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002536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C4C"/>
                </a:solidFill>
                <a:latin typeface="Calibri"/>
              </a:rPr>
              <a:t>Page to BAM-India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1984248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PagerDuty creates the incident, then places the call and the SMS under the escalation policy. BAM-India receives the page and escalates.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984248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The on-call number stays in the notification. It is not prompt 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" y="2560320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4604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2670048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2633472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PagerDuty to the assist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2615184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The assist reads the id, title, priority, status, service, timeline, and the runbook linked on that service.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615184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Red dot: assignee display name. That is the on-call employee.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" y="3191256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4604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3300984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264408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Person to Teams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246120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One question in the war-room channel. The person may paste one technical line from Dynatrace or Splunk. The full log store is not connected.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246120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Red dot: Teams identity of the person who asks.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1168" y="3822191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4604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3931920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895344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Bridge to Scribe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877055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Scribe hears the words spoken on the Teams bridge. The result it keeps is a text note in that channel.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877055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Red dot: an employee name spoken on the bridge.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1168" y="4453128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4604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4562856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26280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Insights, if enabled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4507992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One question, plus past PagerDuty incidents on the services this user can already see. The weekly notice is out of this pilot.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507992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Red dot: the asker’s Teams identity. History itself is operational.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01168" y="5084064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4604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032" y="5193792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91C1C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157216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91C1C"/>
                </a:solidFill>
                <a:latin typeface="Calibri"/>
              </a:rPr>
              <a:t>Assist back to Teams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138928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Text comes back: an SRE catch-up, a status draft, or a bridge note. A person sends any status. The tool only drafts it.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400" y="5138928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1C1C"/>
                </a:solidFill>
                <a:latin typeface="Calibri"/>
              </a:rPr>
              <a:t>Red dot if the note repeats an employee name.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01168" y="5715000"/>
            <a:ext cx="11795760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" y="5824728"/>
            <a:ext cx="365760" cy="36576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C4C"/>
                </a:solidFill>
                <a:latin typeface="Calibr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788152"/>
            <a:ext cx="2514600" cy="47548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C4C"/>
                </a:solidFill>
                <a:latin typeface="Calibri"/>
              </a:rPr>
              <a:t>Person, then Silva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5769864"/>
            <a:ext cx="562356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A person checks the text, then acknowledges, escalates, or sends the status. That person files the ServiceNow or Silva correlation.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15400" y="5769864"/>
            <a:ext cx="2971800" cy="512064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The assist does not write this hop.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" y="6510528"/>
            <a:ext cx="11704320" cy="27432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Shift is not a hop. The on-call schedule is not sent, so Shift has no output. Customer date of birth, My Number, financial fields, and health fields are not on this flow.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8412480" cy="347472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Data Flow — what each agent reads and writes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84048"/>
            <a:ext cx="8595360" cy="27432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6E4F0"/>
                </a:solidFill>
                <a:latin typeface="Calibri"/>
              </a:rPr>
              <a:t>Same use case. Example ids below are samples, not live tickets.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09728"/>
            <a:ext cx="2514600" cy="50292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Page 2 of 2</a:t>
            </a:r>
          </a:p>
          <a:p>
            <a:pPr algn="r">
              <a:spcBef>
                <a:spcPts val="100"/>
              </a:spcBef>
              <a:spcAft>
                <a:spcPts val="0"/>
              </a:spcAft>
            </a:pPr>
            <a:r>
              <a:rPr sz="1100" b="0">
                <a:solidFill>
                  <a:srgbClr val="D6E4F0"/>
                </a:solidFill>
                <a:latin typeface="Calibri"/>
              </a:rPr>
              <a:t>Teams channel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914400"/>
            <a:ext cx="5779008" cy="219456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987552"/>
            <a:ext cx="5532120" cy="202996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B5C"/>
                </a:solidFill>
                <a:latin typeface="Calibri"/>
              </a:rPr>
              <a:t>SRE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Reads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Open incident: id, title, priority, status, service, timeline, escalation entries, assignee display name. The runbook linked on the service. The Teams question. One optional Dynatrace or Splunk line.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Writes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A text catch-up in Teams. It repeats the incident state, then the starter checks from the runbook. A person opens the detector and compares the reply before they act.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914400"/>
            <a:ext cx="5779008" cy="2194560"/>
          </a:xfrm>
          <a:prstGeom prst="roundRect">
            <a:avLst>
              <a:gd name="adj" fmla="val 6000"/>
            </a:avLst>
          </a:prstGeom>
          <a:solidFill>
            <a:srgbClr val="E7F0F8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987552"/>
            <a:ext cx="5532120" cy="202996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F72"/>
                </a:solidFill>
                <a:latin typeface="Calibri"/>
              </a:rPr>
              <a:t>Scribe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Reads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Audio of the Teams bridge. Names spoken on that bridge can be in the audio.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Writes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A text note in the channel: time, what was said, and the next check. The kept result is text. Sound stays an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" y="3246120"/>
            <a:ext cx="5779008" cy="2194560"/>
          </a:xfrm>
          <a:prstGeom prst="roundRect">
            <a:avLst>
              <a:gd name="adj" fmla="val 6000"/>
            </a:avLst>
          </a:prstGeom>
          <a:solidFill>
            <a:srgbClr val="FFF4E8"/>
          </a:solidFill>
          <a:ln w="1905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3319272"/>
            <a:ext cx="5532120" cy="202996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4560A"/>
                </a:solidFill>
                <a:latin typeface="Calibri"/>
              </a:rPr>
              <a:t>Insights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Reads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Only if this agent is enabled. Past incidents on services this user can see, plus one Teams question.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Writes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One sentence in Teams. It answers that question from the history the user can see. The weekly notice is out of this pilot.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246120"/>
            <a:ext cx="5779008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9050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319272"/>
            <a:ext cx="5532120" cy="2029968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74151"/>
                </a:solidFill>
                <a:latin typeface="Calibri"/>
              </a:rPr>
              <a:t>Shift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Reads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The on-call schedule, escalation-policy names, and overrides would be its input. None of that is sent.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Writes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No output in this pilot. Do not draw a schedule summary on this flow.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" y="5577840"/>
            <a:ext cx="11795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0F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5650992"/>
            <a:ext cx="11521440" cy="960120"/>
          </a:xfrm>
          <a:prstGeom prst="rect">
            <a:avLst/>
          </a:prstGeom>
          <a:noFill/>
        </p:spPr>
        <p:txBody>
          <a:bodyPr wrap="square" lIns="54864" rIns="45720" tIns="27432" bIns="18288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C4C"/>
                </a:solidFill>
                <a:latin typeface="Calibri"/>
              </a:rPr>
              <a:t>Sample walk-through, not a live ticket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INC-48291 is acknowledged, P2, service ebroker-api. The event names Dynatrace problem P-88421. The runbook says: check the upstream dependency, then the last deploy.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200" b="0">
                <a:solidFill>
                  <a:srgbClr val="374151"/>
                </a:solidFill>
                <a:latin typeface="Calibri"/>
              </a:rPr>
              <a:t>The person asks in Teams: Catch me up on INC-48291. The reply is a catch-up. A status draft stays in the channel until a person sends it. Then the person acts in PagerDuty.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PagerDuty AI — Data Flow in detail</dc:title>
  <dc:subject>AXA Gate 0, ALJ and ADJ (P&amp;C)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